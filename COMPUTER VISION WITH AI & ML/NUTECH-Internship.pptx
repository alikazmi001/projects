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7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73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8141918" y="1127342"/>
            <a:ext cx="5624446" cy="3529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621"/>
              </a:lnSpc>
              <a:buNone/>
            </a:pPr>
            <a:r>
              <a:rPr lang="en-US" sz="6097" b="1" kern="0" spc="-6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 Internship Experience</a:t>
            </a:r>
            <a:endParaRPr lang="en-US" sz="6097" dirty="0"/>
          </a:p>
        </p:txBody>
      </p:sp>
      <p:sp>
        <p:nvSpPr>
          <p:cNvPr id="6" name="Text 3"/>
          <p:cNvSpPr/>
          <p:nvPr/>
        </p:nvSpPr>
        <p:spPr>
          <a:xfrm>
            <a:off x="8141918" y="4434214"/>
            <a:ext cx="5624446" cy="1333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journey through web development, machine learning, and automation.</a:t>
            </a:r>
            <a:endParaRPr lang="en-US" sz="1944" dirty="0"/>
          </a:p>
        </p:txBody>
      </p:sp>
      <p:sp>
        <p:nvSpPr>
          <p:cNvPr id="8" name="Text 5"/>
          <p:cNvSpPr/>
          <p:nvPr/>
        </p:nvSpPr>
        <p:spPr>
          <a:xfrm>
            <a:off x="6489502" y="6212324"/>
            <a:ext cx="116681" cy="97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68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</a:t>
            </a:r>
            <a:endParaRPr lang="en-US" sz="768" dirty="0"/>
          </a:p>
        </p:txBody>
      </p:sp>
      <p:pic>
        <p:nvPicPr>
          <p:cNvPr id="1026" name="Picture 2" descr="NUTECH Innovation Centre (NIC) - NUTECH">
            <a:extLst>
              <a:ext uri="{FF2B5EF4-FFF2-40B4-BE49-F238E27FC236}">
                <a16:creationId xmlns:a16="http://schemas.microsoft.com/office/drawing/2014/main" id="{A0CDD8AC-15E0-87A3-6011-12C1B616A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97" y="581612"/>
            <a:ext cx="7172325" cy="675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UTECH Innovation Center (NIC) | LinkedIn">
            <a:extLst>
              <a:ext uri="{FF2B5EF4-FFF2-40B4-BE49-F238E27FC236}">
                <a16:creationId xmlns:a16="http://schemas.microsoft.com/office/drawing/2014/main" id="{422CE78E-38BA-15B2-2D3B-ACC3B29E1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1795" y="16249"/>
            <a:ext cx="962979" cy="85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5101" y="806648"/>
            <a:ext cx="7533799" cy="1306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46"/>
              </a:lnSpc>
              <a:buNone/>
            </a:pPr>
            <a:r>
              <a:rPr lang="en-US" sz="4117" b="1" kern="0" spc="-4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Internships: A Career Booster</a:t>
            </a:r>
            <a:endParaRPr lang="en-US" sz="4117" dirty="0"/>
          </a:p>
        </p:txBody>
      </p:sp>
      <p:sp>
        <p:nvSpPr>
          <p:cNvPr id="6" name="Shape 3"/>
          <p:cNvSpPr/>
          <p:nvPr/>
        </p:nvSpPr>
        <p:spPr>
          <a:xfrm>
            <a:off x="805101" y="2717244"/>
            <a:ext cx="517565" cy="51756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1003935" y="2819162"/>
            <a:ext cx="119896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70"/>
              </a:lnSpc>
              <a:buNone/>
            </a:pPr>
            <a:r>
              <a:rPr lang="en-US" sz="2470" b="1" kern="0" spc="-25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70" dirty="0"/>
          </a:p>
        </p:txBody>
      </p:sp>
      <p:sp>
        <p:nvSpPr>
          <p:cNvPr id="8" name="Text 5"/>
          <p:cNvSpPr/>
          <p:nvPr/>
        </p:nvSpPr>
        <p:spPr>
          <a:xfrm>
            <a:off x="1552694" y="2717244"/>
            <a:ext cx="3066693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9" b="1" kern="0" spc="-21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Experience</a:t>
            </a:r>
            <a:endParaRPr lang="en-US" sz="2059" dirty="0"/>
          </a:p>
        </p:txBody>
      </p:sp>
      <p:sp>
        <p:nvSpPr>
          <p:cNvPr id="9" name="Text 6"/>
          <p:cNvSpPr/>
          <p:nvPr/>
        </p:nvSpPr>
        <p:spPr>
          <a:xfrm>
            <a:off x="1552694" y="3182064"/>
            <a:ext cx="6786205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17"/>
              </a:lnSpc>
              <a:buNone/>
            </a:pPr>
            <a:r>
              <a:rPr lang="en-US" sz="181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Gain hands-on skills and practical knowledge.</a:t>
            </a:r>
            <a:endParaRPr lang="en-US" sz="1811" dirty="0"/>
          </a:p>
        </p:txBody>
      </p:sp>
      <p:sp>
        <p:nvSpPr>
          <p:cNvPr id="10" name="Shape 7"/>
          <p:cNvSpPr/>
          <p:nvPr/>
        </p:nvSpPr>
        <p:spPr>
          <a:xfrm>
            <a:off x="805101" y="4015859"/>
            <a:ext cx="517565" cy="51756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972860" y="4117777"/>
            <a:ext cx="181928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70"/>
              </a:lnSpc>
              <a:buNone/>
            </a:pPr>
            <a:r>
              <a:rPr lang="en-US" sz="2470" b="1" kern="0" spc="-25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70" dirty="0"/>
          </a:p>
        </p:txBody>
      </p:sp>
      <p:sp>
        <p:nvSpPr>
          <p:cNvPr id="12" name="Text 9"/>
          <p:cNvSpPr/>
          <p:nvPr/>
        </p:nvSpPr>
        <p:spPr>
          <a:xfrm>
            <a:off x="1552694" y="4015859"/>
            <a:ext cx="2614255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9" b="1" kern="0" spc="-21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Development</a:t>
            </a:r>
            <a:endParaRPr lang="en-US" sz="2059" dirty="0"/>
          </a:p>
        </p:txBody>
      </p:sp>
      <p:sp>
        <p:nvSpPr>
          <p:cNvPr id="13" name="Text 10"/>
          <p:cNvSpPr/>
          <p:nvPr/>
        </p:nvSpPr>
        <p:spPr>
          <a:xfrm>
            <a:off x="1552694" y="4480679"/>
            <a:ext cx="6786205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17"/>
              </a:lnSpc>
              <a:buNone/>
            </a:pPr>
            <a:r>
              <a:rPr lang="en-US" sz="181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Improve technical and professional skills.</a:t>
            </a:r>
            <a:endParaRPr lang="en-US" sz="1811" dirty="0"/>
          </a:p>
        </p:txBody>
      </p:sp>
      <p:sp>
        <p:nvSpPr>
          <p:cNvPr id="14" name="Shape 11"/>
          <p:cNvSpPr/>
          <p:nvPr/>
        </p:nvSpPr>
        <p:spPr>
          <a:xfrm>
            <a:off x="805101" y="5314474"/>
            <a:ext cx="517565" cy="51756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972622" y="5416391"/>
            <a:ext cx="182523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70"/>
              </a:lnSpc>
              <a:buNone/>
            </a:pPr>
            <a:r>
              <a:rPr lang="en-US" sz="2470" b="1" kern="0" spc="-25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70" dirty="0"/>
          </a:p>
        </p:txBody>
      </p:sp>
      <p:sp>
        <p:nvSpPr>
          <p:cNvPr id="16" name="Text 13"/>
          <p:cNvSpPr/>
          <p:nvPr/>
        </p:nvSpPr>
        <p:spPr>
          <a:xfrm>
            <a:off x="1552694" y="5314474"/>
            <a:ext cx="3555325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9" b="1" kern="0" spc="-21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Networking Opportunities</a:t>
            </a:r>
            <a:endParaRPr lang="en-US" sz="2059" dirty="0"/>
          </a:p>
        </p:txBody>
      </p:sp>
      <p:sp>
        <p:nvSpPr>
          <p:cNvPr id="17" name="Text 14"/>
          <p:cNvSpPr/>
          <p:nvPr/>
        </p:nvSpPr>
        <p:spPr>
          <a:xfrm>
            <a:off x="1552694" y="5779294"/>
            <a:ext cx="6786205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17"/>
              </a:lnSpc>
              <a:buNone/>
            </a:pPr>
            <a:r>
              <a:rPr lang="en-US" sz="181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Connect with industry professionals and build relationships.</a:t>
            </a:r>
            <a:endParaRPr lang="en-US" sz="1811" dirty="0"/>
          </a:p>
        </p:txBody>
      </p:sp>
      <p:sp>
        <p:nvSpPr>
          <p:cNvPr id="18" name="Shape 15"/>
          <p:cNvSpPr/>
          <p:nvPr/>
        </p:nvSpPr>
        <p:spPr>
          <a:xfrm>
            <a:off x="805101" y="6613088"/>
            <a:ext cx="517565" cy="51756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957382" y="6715006"/>
            <a:ext cx="213003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70"/>
              </a:lnSpc>
              <a:buNone/>
            </a:pPr>
            <a:r>
              <a:rPr lang="en-US" sz="2470" b="1" kern="0" spc="-25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70" dirty="0"/>
          </a:p>
        </p:txBody>
      </p:sp>
      <p:sp>
        <p:nvSpPr>
          <p:cNvPr id="20" name="Text 17"/>
          <p:cNvSpPr/>
          <p:nvPr/>
        </p:nvSpPr>
        <p:spPr>
          <a:xfrm>
            <a:off x="1552694" y="6613088"/>
            <a:ext cx="2614255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9" b="1" kern="0" spc="-21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Growth</a:t>
            </a:r>
            <a:endParaRPr lang="en-US" sz="2059" dirty="0"/>
          </a:p>
        </p:txBody>
      </p:sp>
      <p:sp>
        <p:nvSpPr>
          <p:cNvPr id="21" name="Text 18"/>
          <p:cNvSpPr/>
          <p:nvPr/>
        </p:nvSpPr>
        <p:spPr>
          <a:xfrm>
            <a:off x="1552694" y="7077908"/>
            <a:ext cx="6786205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17"/>
              </a:lnSpc>
              <a:buNone/>
            </a:pPr>
            <a:r>
              <a:rPr lang="en-US" sz="181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 valuable skills, including communication and teamwork.</a:t>
            </a:r>
            <a:endParaRPr lang="en-US" sz="181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9472" y="907852"/>
            <a:ext cx="6880860" cy="6193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77"/>
              </a:lnSpc>
              <a:buNone/>
            </a:pPr>
            <a:r>
              <a:rPr lang="en-US" sz="3902" b="1" kern="0" spc="-39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NUTECH Innovation Center</a:t>
            </a:r>
            <a:endParaRPr lang="en-US" sz="3902" dirty="0"/>
          </a:p>
        </p:txBody>
      </p:sp>
      <p:sp>
        <p:nvSpPr>
          <p:cNvPr id="6" name="Shape 3"/>
          <p:cNvSpPr/>
          <p:nvPr/>
        </p:nvSpPr>
        <p:spPr>
          <a:xfrm>
            <a:off x="6249472" y="1854160"/>
            <a:ext cx="7617857" cy="120336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6467475" y="2072164"/>
            <a:ext cx="2477453" cy="3096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951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</a:t>
            </a:r>
            <a:endParaRPr lang="en-US" sz="1951" dirty="0"/>
          </a:p>
        </p:txBody>
      </p:sp>
      <p:sp>
        <p:nvSpPr>
          <p:cNvPr id="8" name="Text 5"/>
          <p:cNvSpPr/>
          <p:nvPr/>
        </p:nvSpPr>
        <p:spPr>
          <a:xfrm>
            <a:off x="6467475" y="2512576"/>
            <a:ext cx="7181850" cy="3269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5"/>
              </a:lnSpc>
              <a:buNone/>
            </a:pPr>
            <a:r>
              <a:rPr lang="en-US" sz="171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Convert science into art for industry and society.</a:t>
            </a:r>
            <a:endParaRPr lang="en-US" sz="1717" dirty="0"/>
          </a:p>
        </p:txBody>
      </p:sp>
      <p:sp>
        <p:nvSpPr>
          <p:cNvPr id="9" name="Shape 6"/>
          <p:cNvSpPr/>
          <p:nvPr/>
        </p:nvSpPr>
        <p:spPr>
          <a:xfrm>
            <a:off x="6249472" y="3275528"/>
            <a:ext cx="7617857" cy="120336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6467475" y="3493532"/>
            <a:ext cx="2477453" cy="3096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951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1951" dirty="0"/>
          </a:p>
        </p:txBody>
      </p:sp>
      <p:sp>
        <p:nvSpPr>
          <p:cNvPr id="11" name="Text 8"/>
          <p:cNvSpPr/>
          <p:nvPr/>
        </p:nvSpPr>
        <p:spPr>
          <a:xfrm>
            <a:off x="6467475" y="3933944"/>
            <a:ext cx="7181850" cy="3269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5"/>
              </a:lnSpc>
              <a:buNone/>
            </a:pPr>
            <a:r>
              <a:rPr lang="en-US" sz="171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Foster innovation, research, and talent development.</a:t>
            </a:r>
            <a:endParaRPr lang="en-US" sz="1717" dirty="0"/>
          </a:p>
        </p:txBody>
      </p:sp>
      <p:sp>
        <p:nvSpPr>
          <p:cNvPr id="12" name="Shape 9"/>
          <p:cNvSpPr/>
          <p:nvPr/>
        </p:nvSpPr>
        <p:spPr>
          <a:xfrm>
            <a:off x="6249472" y="4696897"/>
            <a:ext cx="7617857" cy="120336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467475" y="4914900"/>
            <a:ext cx="2922508" cy="3096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951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in Research</a:t>
            </a:r>
            <a:endParaRPr lang="en-US" sz="1951" dirty="0"/>
          </a:p>
        </p:txBody>
      </p:sp>
      <p:sp>
        <p:nvSpPr>
          <p:cNvPr id="14" name="Text 11"/>
          <p:cNvSpPr/>
          <p:nvPr/>
        </p:nvSpPr>
        <p:spPr>
          <a:xfrm>
            <a:off x="6467475" y="5355312"/>
            <a:ext cx="7181850" cy="3269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5"/>
              </a:lnSpc>
              <a:buNone/>
            </a:pPr>
            <a:r>
              <a:rPr lang="en-US" sz="171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Encourage exploration and novel problem-solving.</a:t>
            </a:r>
            <a:endParaRPr lang="en-US" sz="1717" dirty="0"/>
          </a:p>
        </p:txBody>
      </p:sp>
      <p:sp>
        <p:nvSpPr>
          <p:cNvPr id="15" name="Shape 12"/>
          <p:cNvSpPr/>
          <p:nvPr/>
        </p:nvSpPr>
        <p:spPr>
          <a:xfrm>
            <a:off x="6249472" y="6118265"/>
            <a:ext cx="7617857" cy="120336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6467475" y="6336268"/>
            <a:ext cx="4194691" cy="3096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951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Project-to-Product Development</a:t>
            </a:r>
            <a:endParaRPr lang="en-US" sz="1951" dirty="0"/>
          </a:p>
        </p:txBody>
      </p:sp>
      <p:sp>
        <p:nvSpPr>
          <p:cNvPr id="17" name="Text 14"/>
          <p:cNvSpPr/>
          <p:nvPr/>
        </p:nvSpPr>
        <p:spPr>
          <a:xfrm>
            <a:off x="6467475" y="6776680"/>
            <a:ext cx="7181850" cy="3269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5"/>
              </a:lnSpc>
              <a:buNone/>
            </a:pPr>
            <a:r>
              <a:rPr lang="en-US" sz="171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Facilitate the transition of ideas to commercialization.</a:t>
            </a:r>
            <a:endParaRPr lang="en-US" sz="171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1185029" y="2193846"/>
            <a:ext cx="7951946" cy="7013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523"/>
              </a:lnSpc>
              <a:buNone/>
            </a:pPr>
            <a:r>
              <a:rPr lang="en-US" sz="4418" b="1" kern="0" spc="-4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Development Projects</a:t>
            </a:r>
            <a:endParaRPr lang="en-US" sz="4418" dirty="0"/>
          </a:p>
        </p:txBody>
      </p:sp>
      <p:sp>
        <p:nvSpPr>
          <p:cNvPr id="5" name="Text 3"/>
          <p:cNvSpPr/>
          <p:nvPr/>
        </p:nvSpPr>
        <p:spPr>
          <a:xfrm>
            <a:off x="1185029" y="3512344"/>
            <a:ext cx="2805470" cy="3506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61"/>
              </a:lnSpc>
              <a:buNone/>
            </a:pPr>
            <a:r>
              <a:rPr lang="en-US" sz="2209" b="1" kern="0" spc="-22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Django Login Page</a:t>
            </a:r>
            <a:endParaRPr lang="en-US" sz="2209" dirty="0"/>
          </a:p>
        </p:txBody>
      </p:sp>
      <p:sp>
        <p:nvSpPr>
          <p:cNvPr id="6" name="Text 4"/>
          <p:cNvSpPr/>
          <p:nvPr/>
        </p:nvSpPr>
        <p:spPr>
          <a:xfrm>
            <a:off x="1185029" y="4109799"/>
            <a:ext cx="3684746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Secure authentication and user input handling.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1185029" y="5072777"/>
            <a:ext cx="3684746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Gain hands-on experience with Django, HTML/CSS, and JavaScript.</a:t>
            </a:r>
            <a:endParaRPr lang="en-US" sz="1944" dirty="0"/>
          </a:p>
        </p:txBody>
      </p:sp>
      <p:sp>
        <p:nvSpPr>
          <p:cNvPr id="8" name="Text 6"/>
          <p:cNvSpPr/>
          <p:nvPr/>
        </p:nvSpPr>
        <p:spPr>
          <a:xfrm>
            <a:off x="5479613" y="3512344"/>
            <a:ext cx="2805470" cy="3506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61"/>
              </a:lnSpc>
              <a:buNone/>
            </a:pPr>
            <a:r>
              <a:rPr lang="en-US" sz="2209" b="1" kern="0" spc="-22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Chatbot</a:t>
            </a:r>
            <a:endParaRPr lang="en-US" sz="2209" dirty="0"/>
          </a:p>
        </p:txBody>
      </p:sp>
      <p:sp>
        <p:nvSpPr>
          <p:cNvPr id="9" name="Text 7"/>
          <p:cNvSpPr/>
          <p:nvPr/>
        </p:nvSpPr>
        <p:spPr>
          <a:xfrm>
            <a:off x="5479613" y="4109799"/>
            <a:ext cx="3684746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Interactive system trained with Django data.</a:t>
            </a:r>
            <a:endParaRPr lang="en-US" sz="1944" dirty="0"/>
          </a:p>
        </p:txBody>
      </p:sp>
      <p:sp>
        <p:nvSpPr>
          <p:cNvPr id="10" name="Text 8"/>
          <p:cNvSpPr/>
          <p:nvPr/>
        </p:nvSpPr>
        <p:spPr>
          <a:xfrm>
            <a:off x="5479613" y="5072777"/>
            <a:ext cx="3684746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Enhance understanding of Natural Language Processing (NLP).</a:t>
            </a:r>
            <a:endParaRPr lang="en-US" sz="1944" dirty="0"/>
          </a:p>
        </p:txBody>
      </p:sp>
      <p:sp>
        <p:nvSpPr>
          <p:cNvPr id="11" name="Text 9"/>
          <p:cNvSpPr/>
          <p:nvPr/>
        </p:nvSpPr>
        <p:spPr>
          <a:xfrm>
            <a:off x="9774198" y="3512344"/>
            <a:ext cx="3164562" cy="3506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61"/>
              </a:lnSpc>
              <a:buNone/>
            </a:pPr>
            <a:r>
              <a:rPr lang="en-US" sz="2209" b="1" kern="0" spc="-22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Selenium Automation</a:t>
            </a:r>
            <a:endParaRPr lang="en-US" sz="2209" dirty="0"/>
          </a:p>
        </p:txBody>
      </p:sp>
      <p:sp>
        <p:nvSpPr>
          <p:cNvPr id="12" name="Text 10"/>
          <p:cNvSpPr/>
          <p:nvPr/>
        </p:nvSpPr>
        <p:spPr>
          <a:xfrm>
            <a:off x="9774198" y="4109799"/>
            <a:ext cx="3684746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Automating ticket booking with browser automation.</a:t>
            </a:r>
            <a:endParaRPr lang="en-US" sz="1944" dirty="0"/>
          </a:p>
        </p:txBody>
      </p:sp>
      <p:sp>
        <p:nvSpPr>
          <p:cNvPr id="13" name="Text 11"/>
          <p:cNvSpPr/>
          <p:nvPr/>
        </p:nvSpPr>
        <p:spPr>
          <a:xfrm>
            <a:off x="9774198" y="5072777"/>
            <a:ext cx="3684746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Gain expertise in browser automation and scripting.</a:t>
            </a:r>
            <a:endParaRPr lang="en-US" sz="19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3174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69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05018" y="2647236"/>
            <a:ext cx="5176480" cy="4931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883"/>
              </a:lnSpc>
              <a:buNone/>
            </a:pPr>
            <a:r>
              <a:rPr lang="en-US" sz="3107" b="1" kern="0" spc="-3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Computer Vision Projects</a:t>
            </a:r>
            <a:endParaRPr lang="en-US" sz="3107" dirty="0"/>
          </a:p>
        </p:txBody>
      </p:sp>
      <p:sp>
        <p:nvSpPr>
          <p:cNvPr id="6" name="Shape 3"/>
          <p:cNvSpPr/>
          <p:nvPr/>
        </p:nvSpPr>
        <p:spPr>
          <a:xfrm>
            <a:off x="3253978" y="3400782"/>
            <a:ext cx="22860" cy="4353639"/>
          </a:xfrm>
          <a:prstGeom prst="roundRect">
            <a:avLst>
              <a:gd name="adj" fmla="val 1139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3437811" y="3779877"/>
            <a:ext cx="607576" cy="22860"/>
          </a:xfrm>
          <a:prstGeom prst="roundRect">
            <a:avLst>
              <a:gd name="adj" fmla="val 1139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3070146" y="3596045"/>
            <a:ext cx="390525" cy="39052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3220164" y="3672959"/>
            <a:ext cx="90488" cy="236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1864"/>
              </a:lnSpc>
              <a:buNone/>
            </a:pPr>
            <a:r>
              <a:rPr lang="en-US" sz="1864" b="1" kern="0" spc="-19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64" dirty="0"/>
          </a:p>
        </p:txBody>
      </p:sp>
      <p:sp>
        <p:nvSpPr>
          <p:cNvPr id="10" name="Text 7"/>
          <p:cNvSpPr/>
          <p:nvPr/>
        </p:nvSpPr>
        <p:spPr>
          <a:xfrm>
            <a:off x="4220170" y="3574375"/>
            <a:ext cx="2086094" cy="2465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42"/>
              </a:lnSpc>
              <a:buNone/>
            </a:pPr>
            <a:r>
              <a:rPr lang="en-US" sz="1553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Gesture Recognition</a:t>
            </a:r>
            <a:endParaRPr lang="en-US" sz="1553" dirty="0"/>
          </a:p>
        </p:txBody>
      </p:sp>
      <p:sp>
        <p:nvSpPr>
          <p:cNvPr id="11" name="Text 8"/>
          <p:cNvSpPr/>
          <p:nvPr/>
        </p:nvSpPr>
        <p:spPr>
          <a:xfrm>
            <a:off x="4220170" y="3925014"/>
            <a:ext cx="7405211" cy="2603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Detect hand movements and control applications.</a:t>
            </a:r>
            <a:endParaRPr lang="en-US" sz="1367" dirty="0"/>
          </a:p>
        </p:txBody>
      </p:sp>
      <p:sp>
        <p:nvSpPr>
          <p:cNvPr id="12" name="Shape 9"/>
          <p:cNvSpPr/>
          <p:nvPr/>
        </p:nvSpPr>
        <p:spPr>
          <a:xfrm>
            <a:off x="3437811" y="4911685"/>
            <a:ext cx="607576" cy="22860"/>
          </a:xfrm>
          <a:prstGeom prst="roundRect">
            <a:avLst>
              <a:gd name="adj" fmla="val 1139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070146" y="4727853"/>
            <a:ext cx="390525" cy="39052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3196709" y="4804767"/>
            <a:ext cx="137279" cy="236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1864"/>
              </a:lnSpc>
              <a:buNone/>
            </a:pPr>
            <a:r>
              <a:rPr lang="en-US" sz="1864" b="1" kern="0" spc="-19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64" dirty="0"/>
          </a:p>
        </p:txBody>
      </p:sp>
      <p:sp>
        <p:nvSpPr>
          <p:cNvPr id="15" name="Text 12"/>
          <p:cNvSpPr/>
          <p:nvPr/>
        </p:nvSpPr>
        <p:spPr>
          <a:xfrm>
            <a:off x="4220170" y="4706183"/>
            <a:ext cx="1972628" cy="2465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42"/>
              </a:lnSpc>
              <a:buNone/>
            </a:pPr>
            <a:r>
              <a:rPr lang="en-US" sz="1553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Detection</a:t>
            </a:r>
            <a:endParaRPr lang="en-US" sz="1553" dirty="0"/>
          </a:p>
        </p:txBody>
      </p:sp>
      <p:sp>
        <p:nvSpPr>
          <p:cNvPr id="16" name="Text 13"/>
          <p:cNvSpPr/>
          <p:nvPr/>
        </p:nvSpPr>
        <p:spPr>
          <a:xfrm>
            <a:off x="4220170" y="5056823"/>
            <a:ext cx="7405211" cy="2603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Automatic attendance marking using facial recognition.</a:t>
            </a:r>
            <a:endParaRPr lang="en-US" sz="1367" dirty="0"/>
          </a:p>
        </p:txBody>
      </p:sp>
      <p:sp>
        <p:nvSpPr>
          <p:cNvPr id="17" name="Shape 14"/>
          <p:cNvSpPr/>
          <p:nvPr/>
        </p:nvSpPr>
        <p:spPr>
          <a:xfrm>
            <a:off x="3437811" y="6043493"/>
            <a:ext cx="607576" cy="22860"/>
          </a:xfrm>
          <a:prstGeom prst="roundRect">
            <a:avLst>
              <a:gd name="adj" fmla="val 1139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3070146" y="5859661"/>
            <a:ext cx="390525" cy="39052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3196471" y="5936575"/>
            <a:ext cx="137755" cy="236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1864"/>
              </a:lnSpc>
              <a:buNone/>
            </a:pPr>
            <a:r>
              <a:rPr lang="en-US" sz="1864" b="1" kern="0" spc="-19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64" dirty="0"/>
          </a:p>
        </p:txBody>
      </p:sp>
      <p:sp>
        <p:nvSpPr>
          <p:cNvPr id="20" name="Text 17"/>
          <p:cNvSpPr/>
          <p:nvPr/>
        </p:nvSpPr>
        <p:spPr>
          <a:xfrm>
            <a:off x="4220170" y="5837992"/>
            <a:ext cx="1972628" cy="2465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42"/>
              </a:lnSpc>
              <a:buNone/>
            </a:pPr>
            <a:r>
              <a:rPr lang="en-US" sz="1553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Extraction</a:t>
            </a:r>
            <a:endParaRPr lang="en-US" sz="1553" dirty="0"/>
          </a:p>
        </p:txBody>
      </p:sp>
      <p:sp>
        <p:nvSpPr>
          <p:cNvPr id="21" name="Text 18"/>
          <p:cNvSpPr/>
          <p:nvPr/>
        </p:nvSpPr>
        <p:spPr>
          <a:xfrm>
            <a:off x="4220170" y="6188631"/>
            <a:ext cx="7405211" cy="2603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Using VGG16 for image feature extraction and model training.</a:t>
            </a:r>
            <a:endParaRPr lang="en-US" sz="1367" dirty="0"/>
          </a:p>
        </p:txBody>
      </p:sp>
      <p:sp>
        <p:nvSpPr>
          <p:cNvPr id="22" name="Shape 19"/>
          <p:cNvSpPr/>
          <p:nvPr/>
        </p:nvSpPr>
        <p:spPr>
          <a:xfrm>
            <a:off x="3437811" y="7175302"/>
            <a:ext cx="607576" cy="22860"/>
          </a:xfrm>
          <a:prstGeom prst="roundRect">
            <a:avLst>
              <a:gd name="adj" fmla="val 1139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3070146" y="6991469"/>
            <a:ext cx="390525" cy="39052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3185041" y="7068383"/>
            <a:ext cx="160734" cy="236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1864"/>
              </a:lnSpc>
              <a:buNone/>
            </a:pPr>
            <a:r>
              <a:rPr lang="en-US" sz="1864" b="1" kern="0" spc="-19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64" dirty="0"/>
          </a:p>
        </p:txBody>
      </p:sp>
      <p:sp>
        <p:nvSpPr>
          <p:cNvPr id="25" name="Text 22"/>
          <p:cNvSpPr/>
          <p:nvPr/>
        </p:nvSpPr>
        <p:spPr>
          <a:xfrm>
            <a:off x="4220170" y="6969800"/>
            <a:ext cx="1972628" cy="2465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42"/>
              </a:lnSpc>
              <a:buNone/>
            </a:pPr>
            <a:r>
              <a:rPr lang="en-US" sz="1553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CNN + RNN</a:t>
            </a:r>
            <a:endParaRPr lang="en-US" sz="1553" dirty="0"/>
          </a:p>
        </p:txBody>
      </p:sp>
      <p:sp>
        <p:nvSpPr>
          <p:cNvPr id="26" name="Text 23"/>
          <p:cNvSpPr/>
          <p:nvPr/>
        </p:nvSpPr>
        <p:spPr>
          <a:xfrm>
            <a:off x="4220170" y="7320439"/>
            <a:ext cx="7405211" cy="2603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Combining CNNs and RNNs for advanced face detection.</a:t>
            </a:r>
            <a:endParaRPr lang="en-US" sz="13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325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1855" y="617220"/>
            <a:ext cx="7573089" cy="12751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021"/>
              </a:lnSpc>
              <a:buNone/>
            </a:pPr>
            <a:r>
              <a:rPr lang="en-US" sz="4017" b="1" kern="0" spc="-4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Applications</a:t>
            </a:r>
            <a:endParaRPr lang="en-US" sz="401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55" y="2228969"/>
            <a:ext cx="1122164" cy="17954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30609" y="2453402"/>
            <a:ext cx="2637115" cy="318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8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Modeling</a:t>
            </a:r>
            <a:endParaRPr lang="en-US" sz="2008" dirty="0"/>
          </a:p>
        </p:txBody>
      </p:sp>
      <p:sp>
        <p:nvSpPr>
          <p:cNvPr id="8" name="Text 4"/>
          <p:cNvSpPr/>
          <p:nvPr/>
        </p:nvSpPr>
        <p:spPr>
          <a:xfrm>
            <a:off x="7730609" y="2906792"/>
            <a:ext cx="6114336" cy="3365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1"/>
              </a:lnSpc>
              <a:buNone/>
            </a:pPr>
            <a:r>
              <a:rPr lang="en-US" sz="17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preprocessing, feature selection, model training.</a:t>
            </a:r>
            <a:endParaRPr lang="en-US" sz="176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855" y="4024432"/>
            <a:ext cx="1122164" cy="17954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30609" y="4248864"/>
            <a:ext cx="2550438" cy="318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8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Gesture Control</a:t>
            </a:r>
            <a:endParaRPr lang="en-US" sz="2008" dirty="0"/>
          </a:p>
        </p:txBody>
      </p:sp>
      <p:sp>
        <p:nvSpPr>
          <p:cNvPr id="11" name="Text 6"/>
          <p:cNvSpPr/>
          <p:nvPr/>
        </p:nvSpPr>
        <p:spPr>
          <a:xfrm>
            <a:off x="7730609" y="4702254"/>
            <a:ext cx="6114336" cy="3365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1"/>
              </a:lnSpc>
              <a:buNone/>
            </a:pPr>
            <a:r>
              <a:rPr lang="en-US" sz="17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Control mobile phones using gesture recognition and ML.</a:t>
            </a:r>
            <a:endParaRPr lang="en-US" sz="176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855" y="5819894"/>
            <a:ext cx="1122164" cy="17954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30609" y="6044327"/>
            <a:ext cx="2550438" cy="318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8" b="1" kern="0" spc="-20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App</a:t>
            </a:r>
            <a:endParaRPr lang="en-US" sz="2008" dirty="0"/>
          </a:p>
        </p:txBody>
      </p:sp>
      <p:sp>
        <p:nvSpPr>
          <p:cNvPr id="14" name="Text 8"/>
          <p:cNvSpPr/>
          <p:nvPr/>
        </p:nvSpPr>
        <p:spPr>
          <a:xfrm>
            <a:off x="7730609" y="6497717"/>
            <a:ext cx="6114336" cy="3365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1"/>
              </a:lnSpc>
              <a:buNone/>
            </a:pPr>
            <a:r>
              <a:rPr lang="en-US" sz="1767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Face detection application with a graphical user interface.</a:t>
            </a:r>
            <a:endParaRPr lang="en-US" sz="17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8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00286" y="482322"/>
            <a:ext cx="4343043" cy="4983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924"/>
              </a:lnSpc>
              <a:buNone/>
            </a:pPr>
            <a:r>
              <a:rPr lang="en-US" sz="3139" b="1" kern="0" spc="-3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Internship Outcomes</a:t>
            </a:r>
            <a:endParaRPr lang="en-US" sz="3139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286" y="1243846"/>
            <a:ext cx="438507" cy="4385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00286" y="1857732"/>
            <a:ext cx="1993344" cy="2490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570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Skills</a:t>
            </a:r>
            <a:endParaRPr lang="en-US" sz="1570" dirty="0"/>
          </a:p>
        </p:txBody>
      </p:sp>
      <p:sp>
        <p:nvSpPr>
          <p:cNvPr id="8" name="Text 4"/>
          <p:cNvSpPr/>
          <p:nvPr/>
        </p:nvSpPr>
        <p:spPr>
          <a:xfrm>
            <a:off x="6100286" y="2212062"/>
            <a:ext cx="7916227" cy="2630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38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Applied theoretical knowledge to solve real-world problems.</a:t>
            </a:r>
            <a:endParaRPr lang="en-US" sz="138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286" y="3001327"/>
            <a:ext cx="438507" cy="4385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00286" y="3615214"/>
            <a:ext cx="1993344" cy="2490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570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</a:t>
            </a:r>
            <a:endParaRPr lang="en-US" sz="1570" dirty="0"/>
          </a:p>
        </p:txBody>
      </p:sp>
      <p:sp>
        <p:nvSpPr>
          <p:cNvPr id="11" name="Text 6"/>
          <p:cNvSpPr/>
          <p:nvPr/>
        </p:nvSpPr>
        <p:spPr>
          <a:xfrm>
            <a:off x="6100286" y="3969544"/>
            <a:ext cx="7916227" cy="2630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38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Developed creative solutions to complex challenges.</a:t>
            </a:r>
            <a:endParaRPr lang="en-US" sz="138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286" y="4758809"/>
            <a:ext cx="438507" cy="4385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00286" y="5372695"/>
            <a:ext cx="1993344" cy="2490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570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Networking</a:t>
            </a:r>
            <a:endParaRPr lang="en-US" sz="1570" dirty="0"/>
          </a:p>
        </p:txBody>
      </p:sp>
      <p:sp>
        <p:nvSpPr>
          <p:cNvPr id="14" name="Text 8"/>
          <p:cNvSpPr/>
          <p:nvPr/>
        </p:nvSpPr>
        <p:spPr>
          <a:xfrm>
            <a:off x="6100286" y="5727025"/>
            <a:ext cx="7916227" cy="2630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38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Built relationships with professionals and peers.</a:t>
            </a:r>
            <a:endParaRPr lang="en-US" sz="138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286" y="6516291"/>
            <a:ext cx="438507" cy="4385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00286" y="7130177"/>
            <a:ext cx="1993344" cy="2490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570" b="1" kern="0" spc="-16" dirty="0">
                <a:solidFill>
                  <a:srgbClr val="3D38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Growth</a:t>
            </a:r>
            <a:endParaRPr lang="en-US" sz="1570" dirty="0"/>
          </a:p>
        </p:txBody>
      </p:sp>
      <p:sp>
        <p:nvSpPr>
          <p:cNvPr id="17" name="Text 10"/>
          <p:cNvSpPr/>
          <p:nvPr/>
        </p:nvSpPr>
        <p:spPr>
          <a:xfrm>
            <a:off x="6100286" y="7484507"/>
            <a:ext cx="7916227" cy="2630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38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Enhanced problem-solving, communication, and teamwork.</a:t>
            </a:r>
            <a:endParaRPr lang="en-US" sz="138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0437" y="3208496"/>
            <a:ext cx="5611058" cy="7013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523"/>
              </a:lnSpc>
              <a:buNone/>
            </a:pPr>
            <a:r>
              <a:rPr lang="en-US" sz="4418" b="1" kern="0" spc="-4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Forward</a:t>
            </a:r>
            <a:endParaRPr lang="en-US" sz="4418" dirty="0"/>
          </a:p>
        </p:txBody>
      </p:sp>
      <p:sp>
        <p:nvSpPr>
          <p:cNvPr id="6" name="Text 3"/>
          <p:cNvSpPr/>
          <p:nvPr/>
        </p:nvSpPr>
        <p:spPr>
          <a:xfrm>
            <a:off x="6350437" y="4280178"/>
            <a:ext cx="7415927" cy="74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16"/>
              </a:lnSpc>
              <a:buNone/>
            </a:pPr>
            <a:r>
              <a:rPr lang="en-US" sz="1944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internship provided a solid foundation for a successful career in technology.</a:t>
            </a:r>
            <a:endParaRPr lang="en-US" sz="19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313</Words>
  <Application>Microsoft Office PowerPoint</Application>
  <PresentationFormat>Custom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Montserrat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hashim kiani</cp:lastModifiedBy>
  <cp:revision>2</cp:revision>
  <dcterms:created xsi:type="dcterms:W3CDTF">2024-08-23T05:28:07Z</dcterms:created>
  <dcterms:modified xsi:type="dcterms:W3CDTF">2024-08-23T06:19:05Z</dcterms:modified>
</cp:coreProperties>
</file>